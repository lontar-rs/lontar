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Multi-Script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Simple Ltr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>
                <a:latin typeface="Noto Sans"/>
              </a:rPr>
              <a:t>Latin (en, Latn)</a:t>
            </a:r>
          </a:p>
          <a:p>
            <a:pPr algn="l"/>
            <a:r>
              <a:rPr sz="2400">
                <a:latin typeface="Noto Sans"/>
              </a:rPr>
              <a:t>The quick brown fox jumps over the lazy dog.</a:t>
            </a:r>
          </a:p>
          <a:p>
            <a:pPr algn="l"/>
            <a:r>
              <a:rPr sz="1600">
                <a:latin typeface="Noto Sans"/>
              </a:rPr>
              <a:t>Basic Latin alphabet with all common letters</a:t>
            </a:r>
          </a:p>
          <a:p>
            <a:pPr algn="l"/>
            <a:r>
              <a:rPr sz="1800">
                <a:latin typeface="Noto Sans"/>
              </a:rPr>
              <a:t>Cyrillic (ru, Cyrl)</a:t>
            </a:r>
          </a:p>
          <a:p>
            <a:pPr algn="l"/>
            <a:r>
              <a:rPr sz="2400">
                <a:latin typeface="Noto Sans"/>
              </a:rPr>
              <a:t>Съешь же ещё этих мягких французских булок да выпей чаю.</a:t>
            </a:r>
          </a:p>
          <a:p>
            <a:pPr algn="l"/>
            <a:r>
              <a:rPr sz="1600">
                <a:latin typeface="Noto Sans"/>
              </a:rPr>
              <a:t>Russian Cyrillic with special characters (ё, ъ, ь)</a:t>
            </a:r>
          </a:p>
          <a:p>
            <a:pPr algn="l"/>
            <a:r>
              <a:rPr sz="1800">
                <a:latin typeface="Noto Sans"/>
              </a:rPr>
              <a:t>Greek (el, Grek)</a:t>
            </a:r>
          </a:p>
          <a:p>
            <a:pPr algn="l"/>
            <a:r>
              <a:rPr sz="2400">
                <a:latin typeface="Noto Sans"/>
              </a:rPr>
              <a:t>Ξεσκεπάζω την ψυχοφθόρα βδελυγμία.</a:t>
            </a:r>
          </a:p>
          <a:p>
            <a:pPr algn="l"/>
            <a:r>
              <a:rPr sz="1600">
                <a:latin typeface="Noto Sans"/>
              </a:rPr>
              <a:t>Greek alphabet with diacritics</a:t>
            </a:r>
          </a:p>
          <a:p>
            <a:pPr algn="l"/>
            <a:r>
              <a:rPr sz="1800">
                <a:latin typeface="Noto Sans Georgian"/>
              </a:rPr>
              <a:t>Georgian (ka, Geor)</a:t>
            </a:r>
          </a:p>
          <a:p>
            <a:pPr algn="l"/>
            <a:r>
              <a:rPr sz="2400">
                <a:latin typeface="Noto Sans Georgian"/>
              </a:rPr>
              <a:t>ვეპხის ტყაოსანი შოთა რუსთაველი</a:t>
            </a:r>
          </a:p>
          <a:p>
            <a:pPr algn="l"/>
            <a:r>
              <a:rPr sz="1600">
                <a:latin typeface="Noto Sans Georgian"/>
              </a:rPr>
              <a:t>Georgian Mkhedruli 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Complex Indic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>
                <a:latin typeface="Noto Sans Devanagari"/>
              </a:rPr>
              <a:t>Devanagari (hi, Deva)</a:t>
            </a:r>
          </a:p>
          <a:p>
            <a:pPr algn="l"/>
            <a:r>
              <a:rPr sz="2400">
                <a:latin typeface="Noto Sans Devanagari"/>
              </a:rPr>
              <a:t>क्षत्रिय संस्कृत भाषा ज्ञान</a:t>
            </a:r>
          </a:p>
          <a:p>
            <a:pPr algn="l"/>
            <a:r>
              <a:rPr sz="1600">
                <a:latin typeface="Noto Sans Devanagari"/>
              </a:rPr>
              <a:t>Devanagari with conjuncts (क्ष, त्र) and split matras</a:t>
            </a:r>
          </a:p>
          <a:p>
            <a:pPr algn="l"/>
            <a:r>
              <a:rPr sz="1800">
                <a:latin typeface="Noto Sans Devanagari"/>
              </a:rPr>
              <a:t>Devanagari Complex (sa, Deva)</a:t>
            </a:r>
          </a:p>
          <a:p>
            <a:pPr algn="l"/>
            <a:r>
              <a:rPr sz="2400">
                <a:latin typeface="Noto Sans Devanagari"/>
              </a:rPr>
              <a:t>श्रीमद्भगवद्गीता</a:t>
            </a:r>
          </a:p>
          <a:p>
            <a:pPr algn="l"/>
            <a:r>
              <a:rPr sz="1600">
                <a:latin typeface="Noto Sans Devanagari"/>
              </a:rPr>
              <a:t>Sanskrit with complex conjuncts</a:t>
            </a:r>
          </a:p>
          <a:p>
            <a:pPr algn="l"/>
            <a:r>
              <a:rPr sz="1800">
                <a:latin typeface="Noto Sans Bengali"/>
              </a:rPr>
              <a:t>Bengali (bn, Beng)</a:t>
            </a:r>
          </a:p>
          <a:p>
            <a:pPr algn="l"/>
            <a:r>
              <a:rPr sz="2400">
                <a:latin typeface="Noto Sans Bengali"/>
              </a:rPr>
              <a:t>আমি বাংলায় গান গাই</a:t>
            </a:r>
          </a:p>
          <a:p>
            <a:pPr algn="l"/>
            <a:r>
              <a:rPr sz="1600">
                <a:latin typeface="Noto Sans Bengali"/>
              </a:rPr>
              <a:t>Bengali script with vowel signs</a:t>
            </a:r>
          </a:p>
          <a:p>
            <a:pPr algn="l"/>
            <a:r>
              <a:rPr sz="1800">
                <a:latin typeface="Noto Sans Tamil"/>
              </a:rPr>
              <a:t>Tamil (ta, Taml)</a:t>
            </a:r>
          </a:p>
          <a:p>
            <a:pPr algn="l"/>
            <a:r>
              <a:rPr sz="2400">
                <a:latin typeface="Noto Sans Tamil"/>
              </a:rPr>
              <a:t>தமிழ் மொழி அழகு</a:t>
            </a:r>
          </a:p>
          <a:p>
            <a:pPr algn="l"/>
            <a:r>
              <a:rPr sz="1600">
                <a:latin typeface="Noto Sans Tamil"/>
              </a:rPr>
              <a:t>Tamil script (no conjuncts, uses pulli)</a:t>
            </a:r>
          </a:p>
          <a:p>
            <a:pPr algn="l"/>
            <a:r>
              <a:rPr sz="1800">
                <a:latin typeface="Noto Sans Telugu"/>
              </a:rPr>
              <a:t>Telugu (te, Telu)</a:t>
            </a:r>
          </a:p>
          <a:p>
            <a:pPr algn="l"/>
            <a:r>
              <a:rPr sz="2400">
                <a:latin typeface="Noto Sans Telugu"/>
              </a:rPr>
              <a:t>తెలుగు లిపి సుందరము</a:t>
            </a:r>
          </a:p>
          <a:p>
            <a:pPr algn="l"/>
            <a:r>
              <a:rPr sz="1600">
                <a:latin typeface="Noto Sans Telugu"/>
              </a:rPr>
              <a:t>Telugu script with rounded characters</a:t>
            </a:r>
          </a:p>
          <a:p>
            <a:pPr algn="l"/>
            <a:r>
              <a:rPr sz="1800">
                <a:latin typeface="Noto Sans Kannada"/>
              </a:rPr>
              <a:t>Kannada (kn, Knda)</a:t>
            </a:r>
          </a:p>
          <a:p>
            <a:pPr algn="l"/>
            <a:r>
              <a:rPr sz="2400">
                <a:latin typeface="Noto Sans Kannada"/>
              </a:rPr>
              <a:t>ಕನ್ನಡ ಲಿಪಿ ಸುಂದರ</a:t>
            </a:r>
          </a:p>
          <a:p>
            <a:pPr algn="l"/>
            <a:r>
              <a:rPr sz="1600">
                <a:latin typeface="Noto Sans Kannada"/>
              </a:rPr>
              <a:t>Kannada script with conjuncts</a:t>
            </a:r>
          </a:p>
          <a:p>
            <a:pPr algn="l"/>
            <a:r>
              <a:rPr sz="1800">
                <a:latin typeface="Noto Sans Malayalam"/>
              </a:rPr>
              <a:t>Malayalam (ml, Mlym)</a:t>
            </a:r>
          </a:p>
          <a:p>
            <a:pPr algn="l"/>
            <a:r>
              <a:rPr sz="2400">
                <a:latin typeface="Noto Sans Malayalam"/>
              </a:rPr>
              <a:t>മലയാളം ലിപി സുന്ദരം</a:t>
            </a:r>
          </a:p>
          <a:p>
            <a:pPr algn="l"/>
            <a:r>
              <a:rPr sz="1600">
                <a:latin typeface="Noto Sans Malayalam"/>
              </a:rPr>
              <a:t>Malayalam script with complex conjuncts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Southeast Asian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>
                <a:latin typeface="Noto Sans Balinese"/>
              </a:rPr>
              <a:t>Balinese (ban, Bali)</a:t>
            </a:r>
          </a:p>
          <a:p>
            <a:pPr algn="l"/>
            <a:r>
              <a:rPr sz="2400">
                <a:latin typeface="Noto Sans Balinese"/>
              </a:rPr>
              <a:t>ᬮᭀᬦ᭄ᬢᬭ᭄</a:t>
            </a:r>
          </a:p>
          <a:p>
            <a:pPr algn="l"/>
            <a:r>
              <a:rPr sz="1600">
                <a:latin typeface="Noto Sans Balinese"/>
              </a:rPr>
              <a:t>Aksara Bali spelling 'lontar'</a:t>
            </a:r>
          </a:p>
          <a:p>
            <a:pPr algn="l"/>
            <a:r>
              <a:rPr sz="1800">
                <a:latin typeface="Noto Sans Balinese"/>
              </a:rPr>
              <a:t>Balinese Phrase (ban, Bali)</a:t>
            </a:r>
          </a:p>
          <a:p>
            <a:pPr algn="l"/>
            <a:r>
              <a:rPr sz="2400">
                <a:latin typeface="Noto Sans Balinese"/>
              </a:rPr>
              <a:t>ᬒᬫ᭄ ᬱᬶᬯᬵᬬ ᬦᬫᬄ</a:t>
            </a:r>
          </a:p>
          <a:p>
            <a:pPr algn="l"/>
            <a:r>
              <a:rPr sz="1600">
                <a:latin typeface="Noto Sans Balinese"/>
              </a:rPr>
              <a:t>Om Shivaya Namah in Balinese script</a:t>
            </a:r>
          </a:p>
          <a:p>
            <a:pPr algn="l"/>
            <a:r>
              <a:rPr sz="1800">
                <a:latin typeface="Noto Sans Javanese"/>
              </a:rPr>
              <a:t>Javanese (jv, Java)</a:t>
            </a:r>
          </a:p>
          <a:p>
            <a:pPr algn="l"/>
            <a:r>
              <a:rPr sz="2400">
                <a:latin typeface="Noto Sans Javanese"/>
              </a:rPr>
              <a:t>ꦲꦏ꧀ꦱꦫꦗꦮ</a:t>
            </a:r>
          </a:p>
          <a:p>
            <a:pPr algn="l"/>
            <a:r>
              <a:rPr sz="1600">
                <a:latin typeface="Noto Sans Javanese"/>
              </a:rPr>
              <a:t>Javanese script (Aksara Jawa)</a:t>
            </a:r>
          </a:p>
          <a:p>
            <a:pPr algn="l"/>
            <a:r>
              <a:rPr sz="1800">
                <a:latin typeface="Noto Sans Sundanese"/>
              </a:rPr>
              <a:t>Sundanese (su, Sund)</a:t>
            </a:r>
          </a:p>
          <a:p>
            <a:pPr algn="l"/>
            <a:r>
              <a:rPr sz="2400">
                <a:latin typeface="Noto Sans Sundanese"/>
              </a:rPr>
              <a:t>ᮃᮊ᮪ᮞᮛ ᮞᮥᮔ᮪ᮓ</a:t>
            </a:r>
          </a:p>
          <a:p>
            <a:pPr algn="l"/>
            <a:r>
              <a:rPr sz="1600">
                <a:latin typeface="Noto Sans Sundanese"/>
              </a:rPr>
              <a:t>Sundanese script</a:t>
            </a:r>
          </a:p>
          <a:p>
            <a:pPr algn="l"/>
            <a:r>
              <a:rPr sz="1800">
                <a:latin typeface="Noto Sans Batak"/>
              </a:rPr>
              <a:t>Batak (bbc, Batk)</a:t>
            </a:r>
          </a:p>
          <a:p>
            <a:pPr algn="l"/>
            <a:r>
              <a:rPr sz="2400">
                <a:latin typeface="Noto Sans Batak"/>
              </a:rPr>
              <a:t>ᯀᯂ᯲ᯘᯒ᯲ ᯅᯖᯂ᯲</a:t>
            </a:r>
          </a:p>
          <a:p>
            <a:pPr algn="l"/>
            <a:r>
              <a:rPr sz="1600">
                <a:latin typeface="Noto Sans Batak"/>
              </a:rPr>
              <a:t>Batak script (Toba variant)</a:t>
            </a:r>
          </a:p>
          <a:p>
            <a:pPr algn="l"/>
            <a:r>
              <a:rPr sz="1800">
                <a:latin typeface="Noto Sans Thai"/>
              </a:rPr>
              <a:t>Thai (th, Thai)</a:t>
            </a:r>
          </a:p>
          <a:p>
            <a:pPr algn="l"/>
            <a:r>
              <a:rPr sz="2400">
                <a:latin typeface="Noto Sans Thai"/>
              </a:rPr>
              <a:t>ภาษาไทยสวยงาม</a:t>
            </a:r>
          </a:p>
          <a:p>
            <a:pPr algn="l"/>
            <a:r>
              <a:rPr sz="1600">
                <a:latin typeface="Noto Sans Thai"/>
              </a:rPr>
              <a:t>Thai script with tone marks and vowels</a:t>
            </a:r>
          </a:p>
          <a:p>
            <a:pPr algn="l"/>
            <a:r>
              <a:rPr sz="1800">
                <a:latin typeface="Noto Sans Lao"/>
              </a:rPr>
              <a:t>Lao (lo, Laoo)</a:t>
            </a:r>
          </a:p>
          <a:p>
            <a:pPr algn="l"/>
            <a:r>
              <a:rPr sz="2400">
                <a:latin typeface="Noto Sans Lao"/>
              </a:rPr>
              <a:t>ພາສາລາວງາມ</a:t>
            </a:r>
          </a:p>
          <a:p>
            <a:pPr algn="l"/>
            <a:r>
              <a:rPr sz="1600">
                <a:latin typeface="Noto Sans Lao"/>
              </a:rPr>
              <a:t>Lao script similar to Thai</a:t>
            </a:r>
          </a:p>
          <a:p>
            <a:pPr algn="l"/>
            <a:r>
              <a:rPr sz="1800">
                <a:latin typeface="Noto Sans Khmer"/>
              </a:rPr>
              <a:t>Khmer (km, Khmr)</a:t>
            </a:r>
          </a:p>
          <a:p>
            <a:pPr algn="l"/>
            <a:r>
              <a:rPr sz="2400">
                <a:latin typeface="Noto Sans Khmer"/>
              </a:rPr>
              <a:t>អក្សរខ្មែរស្អាត</a:t>
            </a:r>
          </a:p>
          <a:p>
            <a:pPr algn="l"/>
            <a:r>
              <a:rPr sz="1600">
                <a:latin typeface="Noto Sans Khmer"/>
              </a:rPr>
              <a:t>Khmer script with subscript consonants</a:t>
            </a:r>
          </a:p>
          <a:p>
            <a:pPr algn="l"/>
            <a:r>
              <a:rPr sz="1800">
                <a:latin typeface="Noto Sans Myanmar"/>
              </a:rPr>
              <a:t>Myanmar (my, Mymr)</a:t>
            </a:r>
          </a:p>
          <a:p>
            <a:pPr algn="l"/>
            <a:r>
              <a:rPr sz="2400">
                <a:latin typeface="Noto Sans Myanmar"/>
              </a:rPr>
              <a:t>မြန်မာအက္ခရာလှပ</a:t>
            </a:r>
          </a:p>
          <a:p>
            <a:pPr algn="l"/>
            <a:r>
              <a:rPr sz="1600">
                <a:latin typeface="Noto Sans Myanmar"/>
              </a:rPr>
              <a:t>Myanmar (Burmese) script with stacking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Rtl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800">
                <a:latin typeface="Noto Sans Arabic"/>
              </a:rPr>
              <a:t>Arabic (ar, Arab)</a:t>
            </a:r>
          </a:p>
          <a:p>
            <a:pPr algn="r"/>
            <a:r>
              <a:rPr sz="2400">
                <a:latin typeface="Noto Sans Arabic"/>
              </a:rPr>
              <a:t>اللغة العربية جميلة</a:t>
            </a:r>
          </a:p>
          <a:p>
            <a:pPr algn="r"/>
            <a:r>
              <a:rPr sz="1600">
                <a:latin typeface="Noto Sans Arabic"/>
              </a:rPr>
              <a:t>Arabic with contextual joining</a:t>
            </a:r>
          </a:p>
          <a:p>
            <a:pPr algn="r"/>
            <a:r>
              <a:rPr sz="1800">
                <a:latin typeface="Noto Sans Arabic"/>
              </a:rPr>
              <a:t>Arabic Complex (ar, Arab)</a:t>
            </a:r>
          </a:p>
          <a:p>
            <a:pPr algn="r"/>
            <a:r>
              <a:rPr sz="2400">
                <a:latin typeface="Noto Sans Arabic"/>
              </a:rPr>
              <a:t>بِسْمِ ٱللَّهِ ٱلرَّحْمَٰنِ ٱلرَّحِيمِ</a:t>
            </a:r>
          </a:p>
          <a:p>
            <a:pPr algn="r"/>
            <a:r>
              <a:rPr sz="1600">
                <a:latin typeface="Noto Sans Arabic"/>
              </a:rPr>
              <a:t>Bismillah with diacritics (harakat)</a:t>
            </a:r>
          </a:p>
          <a:p>
            <a:pPr algn="r"/>
            <a:r>
              <a:rPr sz="1800">
                <a:latin typeface="Noto Sans Hebrew"/>
              </a:rPr>
              <a:t>Hebrew (he, Hebr)</a:t>
            </a:r>
          </a:p>
          <a:p>
            <a:pPr algn="r"/>
            <a:r>
              <a:rPr sz="2400">
                <a:latin typeface="Noto Sans Hebrew"/>
              </a:rPr>
              <a:t>השפה העברית יפה</a:t>
            </a:r>
          </a:p>
          <a:p>
            <a:pPr algn="r"/>
            <a:r>
              <a:rPr sz="1600">
                <a:latin typeface="Noto Sans Hebrew"/>
              </a:rPr>
              <a:t>Hebrew script (RTL, no joining)</a:t>
            </a:r>
          </a:p>
          <a:p>
            <a:pPr algn="r"/>
            <a:r>
              <a:rPr sz="1800">
                <a:latin typeface="Noto Sans Hebrew"/>
              </a:rPr>
              <a:t>Hebrew Niqqud (he, Hebr)</a:t>
            </a:r>
          </a:p>
          <a:p>
            <a:pPr algn="r"/>
            <a:r>
              <a:rPr sz="2400">
                <a:latin typeface="Noto Sans Hebrew"/>
              </a:rPr>
              <a:t>בְּרֵאשִׁית בָּרָא אֱלֹהִים</a:t>
            </a:r>
          </a:p>
          <a:p>
            <a:pPr algn="r"/>
            <a:r>
              <a:rPr sz="1600">
                <a:latin typeface="Noto Sans Hebrew"/>
              </a:rPr>
              <a:t>Hebrew with niqqud (vowel points)</a:t>
            </a:r>
          </a:p>
          <a:p>
            <a:pPr algn="r"/>
            <a:r>
              <a:rPr sz="1800">
                <a:latin typeface="Noto Sans Syriac"/>
              </a:rPr>
              <a:t>Syriac (syr, Syrc)</a:t>
            </a:r>
          </a:p>
          <a:p>
            <a:pPr algn="r"/>
            <a:r>
              <a:rPr sz="2400">
                <a:latin typeface="Noto Sans Syriac"/>
              </a:rPr>
              <a:t>ܠܫܢܐ ܣܘܪܝܝܐ</a:t>
            </a:r>
          </a:p>
          <a:p>
            <a:pPr algn="r"/>
            <a:r>
              <a:rPr sz="1600">
                <a:latin typeface="Noto Sans Syriac"/>
              </a:rPr>
              <a:t>Syriac script with contextual joining</a:t>
            </a:r>
          </a:p>
          <a:p>
            <a:pPr algn="r"/>
            <a:r>
              <a:rPr sz="1800">
                <a:latin typeface="Noto Sans Thaana"/>
              </a:rPr>
              <a:t>Thaana (dv, Thaa)</a:t>
            </a:r>
          </a:p>
          <a:p>
            <a:pPr algn="r"/>
            <a:r>
              <a:rPr sz="2400">
                <a:latin typeface="Noto Sans Thaana"/>
              </a:rPr>
              <a:t>ދިވެހި ބަސް</a:t>
            </a:r>
          </a:p>
          <a:p>
            <a:pPr algn="r"/>
            <a:r>
              <a:rPr sz="1600">
                <a:latin typeface="Noto Sans Thaana"/>
              </a:rPr>
              <a:t>Thaana script (Maldivian, RTL)</a:t>
            </a:r>
          </a:p>
          <a:p>
            <a:pPr algn="r"/>
            <a:r>
              <a:rPr sz="1800">
                <a:latin typeface="Noto Sans NKo"/>
              </a:rPr>
              <a:t>Nko (nqo, Nkoo)</a:t>
            </a:r>
          </a:p>
          <a:p>
            <a:pPr algn="r"/>
            <a:r>
              <a:rPr sz="2400">
                <a:latin typeface="Noto Sans NKo"/>
              </a:rPr>
              <a:t>ߒߞߏ ߞߊ߲</a:t>
            </a:r>
          </a:p>
          <a:p>
            <a:pPr algn="r"/>
            <a:r>
              <a:rPr sz="1600">
                <a:latin typeface="Noto Sans NKo"/>
              </a:rPr>
              <a:t>N'Ko script (West African, RTL)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Cjk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>
                <a:latin typeface="Noto Sans SC"/>
              </a:rPr>
              <a:t>Simplified Chinese (zh-Hans, Hans)</a:t>
            </a:r>
          </a:p>
          <a:p>
            <a:pPr algn="l"/>
            <a:r>
              <a:rPr sz="2400">
                <a:latin typeface="Noto Sans SC"/>
              </a:rPr>
              <a:t>简体中文很美丽</a:t>
            </a:r>
          </a:p>
          <a:p>
            <a:pPr algn="l"/>
            <a:r>
              <a:rPr sz="1600">
                <a:latin typeface="Noto Sans SC"/>
              </a:rPr>
              <a:t>Simplified Chinese characters</a:t>
            </a:r>
          </a:p>
          <a:p>
            <a:pPr algn="l"/>
            <a:r>
              <a:rPr sz="1800">
                <a:latin typeface="Noto Sans TC"/>
              </a:rPr>
              <a:t>Traditional Chinese (zh-Hant, Hant)</a:t>
            </a:r>
          </a:p>
          <a:p>
            <a:pPr algn="l"/>
            <a:r>
              <a:rPr sz="2400">
                <a:latin typeface="Noto Sans TC"/>
              </a:rPr>
              <a:t>繁體中文很美麗</a:t>
            </a:r>
          </a:p>
          <a:p>
            <a:pPr algn="l"/>
            <a:r>
              <a:rPr sz="1600">
                <a:latin typeface="Noto Sans TC"/>
              </a:rPr>
              <a:t>Traditional Chinese characters</a:t>
            </a:r>
          </a:p>
          <a:p>
            <a:pPr algn="l"/>
            <a:r>
              <a:rPr sz="1800">
                <a:latin typeface="Noto Sans JP"/>
              </a:rPr>
              <a:t>Japanese Mixed (ja, Jpan)</a:t>
            </a:r>
          </a:p>
          <a:p>
            <a:pPr algn="l"/>
            <a:r>
              <a:rPr sz="2400">
                <a:latin typeface="Noto Sans JP"/>
              </a:rPr>
              <a:t>日本語は漢字とひらがなとカタカナを使います</a:t>
            </a:r>
          </a:p>
          <a:p>
            <a:pPr algn="l"/>
            <a:r>
              <a:rPr sz="1600">
                <a:latin typeface="Noto Sans JP"/>
              </a:rPr>
              <a:t>Japanese with Kanji, Hiragana, and Katakana</a:t>
            </a:r>
          </a:p>
          <a:p>
            <a:pPr algn="l"/>
            <a:r>
              <a:rPr sz="1800">
                <a:latin typeface="Noto Sans KR"/>
              </a:rPr>
              <a:t>Korean (ko, Kore)</a:t>
            </a:r>
          </a:p>
          <a:p>
            <a:pPr algn="l"/>
            <a:r>
              <a:rPr sz="2400">
                <a:latin typeface="Noto Sans KR"/>
              </a:rPr>
              <a:t>한국어는 아름답습니다</a:t>
            </a:r>
          </a:p>
          <a:p>
            <a:pPr algn="l"/>
            <a:r>
              <a:rPr sz="1600">
                <a:latin typeface="Noto Sans KR"/>
              </a:rPr>
              <a:t>Korean Hangul syllables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Tibetan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>
                <a:latin typeface="Noto Sans Tibetan"/>
              </a:rPr>
              <a:t>Tibetan (bo, Tibt)</a:t>
            </a:r>
          </a:p>
          <a:p>
            <a:pPr algn="l"/>
            <a:r>
              <a:rPr sz="2400">
                <a:latin typeface="Noto Sans Tibetan"/>
              </a:rPr>
              <a:t>བོད་ཡིག་འབྲི་ཀླག</a:t>
            </a:r>
          </a:p>
          <a:p>
            <a:pPr algn="l"/>
            <a:r>
              <a:rPr sz="1600">
                <a:latin typeface="Noto Sans Tibetan"/>
              </a:rPr>
              <a:t>Tibetan script with stacking consonants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African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>
                <a:latin typeface="Noto Sans Ethiopic"/>
              </a:rPr>
              <a:t>Ethiopic (am, Ethi)</a:t>
            </a:r>
          </a:p>
          <a:p>
            <a:pPr algn="l"/>
            <a:r>
              <a:rPr sz="2400">
                <a:latin typeface="Noto Sans Ethiopic"/>
              </a:rPr>
              <a:t>ግዕዝ ፊደል ቆንጆ ነው</a:t>
            </a:r>
          </a:p>
          <a:p>
            <a:pPr algn="l"/>
            <a:r>
              <a:rPr sz="1600">
                <a:latin typeface="Noto Sans Ethiopic"/>
              </a:rPr>
              <a:t>Ethiopic (Ge'ez) syllabary for Amharic</a:t>
            </a:r>
          </a:p>
          <a:p>
            <a:pPr algn="l"/>
            <a:r>
              <a:rPr sz="1800">
                <a:latin typeface="Noto Sans Tifinagh"/>
              </a:rPr>
              <a:t>Tifinagh (tzm, Tfng)</a:t>
            </a:r>
          </a:p>
          <a:p>
            <a:pPr algn="l"/>
            <a:r>
              <a:rPr sz="2400">
                <a:latin typeface="Noto Sans Tifinagh"/>
              </a:rPr>
              <a:t>ⵜⵉⴼⵉⵏⴰⵖ</a:t>
            </a:r>
          </a:p>
          <a:p>
            <a:pPr algn="l"/>
            <a:r>
              <a:rPr sz="1600">
                <a:latin typeface="Noto Sans Tifinagh"/>
              </a:rPr>
              <a:t>Tifinagh script (Berber)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Mixed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>
                <a:latin typeface="Noto Sans"/>
              </a:rPr>
              <a:t>Latin Balinese (en-ban, Latn+Bali)</a:t>
            </a:r>
          </a:p>
          <a:p>
            <a:pPr algn="l"/>
            <a:r>
              <a:rPr sz="2400">
                <a:latin typeface="Noto Sans"/>
              </a:rPr>
              <a:t>The word lontar in Balinese is ᬮᭀᬦ᭄ᬢᬭ᭄ (palm leaf).</a:t>
            </a:r>
          </a:p>
          <a:p>
            <a:pPr algn="l"/>
            <a:r>
              <a:rPr sz="1600">
                <a:latin typeface="Noto Sans"/>
              </a:rPr>
              <a:t>Mixed Latin and Balinese in one paragraph</a:t>
            </a:r>
          </a:p>
          <a:p>
            <a:pPr algn="r"/>
            <a:r>
              <a:rPr sz="1800">
                <a:latin typeface="Noto Sans"/>
              </a:rPr>
              <a:t>Arabic English (en-ar, Latn+Arab)</a:t>
            </a:r>
          </a:p>
          <a:p>
            <a:pPr algn="r"/>
            <a:r>
              <a:rPr sz="2400">
                <a:latin typeface="Noto Sans"/>
              </a:rPr>
              <a:t>The Arabic word for book is كتاب (kitab).</a:t>
            </a:r>
          </a:p>
          <a:p>
            <a:pPr algn="r"/>
            <a:r>
              <a:rPr sz="1600">
                <a:latin typeface="Noto Sans"/>
              </a:rPr>
              <a:t>Mixed LTR and RTL in one paragraph</a:t>
            </a:r>
          </a:p>
          <a:p>
            <a:pPr algn="l"/>
            <a:r>
              <a:rPr sz="1800">
                <a:latin typeface="Noto Sans JP"/>
              </a:rPr>
              <a:t>Cjk Latin (ja-en, Jpan+Latn)</a:t>
            </a:r>
          </a:p>
          <a:p>
            <a:pPr algn="l"/>
            <a:r>
              <a:rPr sz="2400">
                <a:latin typeface="Noto Sans JP"/>
              </a:rPr>
              <a:t>日本語 (Japanese) uses 漢字 (kanji) characters.</a:t>
            </a:r>
          </a:p>
          <a:p>
            <a:pPr algn="l"/>
            <a:r>
              <a:rPr sz="1600">
                <a:latin typeface="Noto Sans JP"/>
              </a:rPr>
              <a:t>Mixed CJK and Latin</a:t>
            </a:r>
          </a:p>
          <a:p>
            <a:pPr algn="l"/>
            <a:r>
              <a:rPr sz="1800">
                <a:latin typeface="Noto Sans"/>
              </a:rPr>
              <a:t>Multi Indic (multi, Latn+Deva+Taml+Mlym)</a:t>
            </a:r>
          </a:p>
          <a:p>
            <a:pPr algn="l"/>
            <a:r>
              <a:rPr sz="2400">
                <a:latin typeface="Noto Sans"/>
              </a:rPr>
              <a:t>Sanskrit श्लोक in Devanagari, Tamil தமிழ், and Malayalam മലയാളം.</a:t>
            </a:r>
          </a:p>
          <a:p>
            <a:pPr algn="l"/>
            <a:r>
              <a:rPr sz="1600">
                <a:latin typeface="Noto Sans"/>
              </a:rPr>
              <a:t>Multiple Indic scripts with Latin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>
                <a:latin typeface="Noto Color Emoji"/>
              </a:rPr>
              <a:t>Zwj Emoji (en, Zsym)</a:t>
            </a:r>
          </a:p>
          <a:p>
            <a:pPr algn="l"/>
            <a:r>
              <a:rPr sz="2400">
                <a:latin typeface="Noto Color Emoji"/>
              </a:rPr>
              <a:t>👨‍👩‍👧‍👦 family emoji with ZWJ</a:t>
            </a:r>
          </a:p>
          <a:p>
            <a:pPr algn="l"/>
            <a:r>
              <a:rPr sz="1600">
                <a:latin typeface="Noto Color Emoji"/>
              </a:rPr>
              <a:t>Emoji with zero-width joiners</a:t>
            </a:r>
          </a:p>
          <a:p>
            <a:pPr algn="l"/>
            <a:r>
              <a:rPr sz="1800">
                <a:latin typeface="Noto Color Emoji"/>
              </a:rPr>
              <a:t>Skin Tone (en, Zsym)</a:t>
            </a:r>
          </a:p>
          <a:p>
            <a:pPr algn="l"/>
            <a:r>
              <a:rPr sz="2400">
                <a:latin typeface="Noto Color Emoji"/>
              </a:rPr>
              <a:t>👋🏽 waving hand with medium skin tone</a:t>
            </a:r>
          </a:p>
          <a:p>
            <a:pPr algn="l"/>
            <a:r>
              <a:rPr sz="1600">
                <a:latin typeface="Noto Color Emoji"/>
              </a:rPr>
              <a:t>Emoji with skin tone modifier</a:t>
            </a:r>
          </a:p>
          <a:p>
            <a:pPr algn="l"/>
            <a:r>
              <a:rPr sz="1800">
                <a:latin typeface="Noto Sans"/>
              </a:rPr>
              <a:t>Combining Marks (en, Latn)</a:t>
            </a:r>
          </a:p>
          <a:p>
            <a:pPr algn="l"/>
            <a:r>
              <a:rPr sz="2400">
                <a:latin typeface="Noto Sans"/>
              </a:rPr>
              <a:t>e̊ẙẘi̇̈ (Latin with multiple combining marks)</a:t>
            </a:r>
          </a:p>
          <a:p>
            <a:pPr algn="l"/>
            <a:r>
              <a:rPr sz="1600">
                <a:latin typeface="Noto Sans"/>
              </a:rPr>
              <a:t>Latin letters with stacked combining diacritics</a:t>
            </a:r>
          </a:p>
          <a:p>
            <a:pPr algn="l"/>
            <a:r>
              <a:rPr sz="1800">
                <a:latin typeface="Noto Sans JP"/>
              </a:rPr>
              <a:t>Variation Selectors (ja, Jpan)</a:t>
            </a:r>
          </a:p>
          <a:p>
            <a:pPr algn="l"/>
            <a:r>
              <a:rPr sz="2400">
                <a:latin typeface="Noto Sans JP"/>
              </a:rPr>
              <a:t>葛󠄀 (CJK with variation selector)</a:t>
            </a:r>
          </a:p>
          <a:p>
            <a:pPr algn="l"/>
            <a:r>
              <a:rPr sz="1600">
                <a:latin typeface="Noto Sans JP"/>
              </a:rPr>
              <a:t>CJK character with variation selector for glyph variant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