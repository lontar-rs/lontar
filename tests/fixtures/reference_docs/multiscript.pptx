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Multi-Script Reference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strings.txt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Simple LTR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Latin: The quick brown fox jumps over the lazy dog.</a:t>
            </a:r>
          </a:p>
          <a:p>
            <a:r>
              <a:t>Cyrillic: Привет мир</a:t>
            </a:r>
          </a:p>
          <a:p>
            <a:r>
              <a:t>Greek: Καλημέρα κόσμε</a:t>
            </a:r>
          </a:p>
          <a:p>
            <a:r>
              <a:t>Georgian: გამარჯობა მსოფლიო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Complex Indic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Devanagari: क्योंकि क्षत्रिय</a:t>
            </a:r>
          </a:p>
          <a:p>
            <a:r>
              <a:t>Bengali: শুভ সকাল পৃথিবী</a:t>
            </a:r>
          </a:p>
          <a:p>
            <a:r>
              <a:t>Tamil: வணக்கம் உலகம்</a:t>
            </a:r>
          </a:p>
          <a:p>
            <a:r>
              <a:t>Telugu: హలో ప్రపంచం</a:t>
            </a:r>
          </a:p>
          <a:p>
            <a:r>
              <a:t>Kannada: ನಮಸ್ಕಾರ ವಿಶ್ವ</a:t>
            </a:r>
          </a:p>
          <a:p>
            <a:r>
              <a:t>Malayalam: ലോകമേ, ഹലോ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Southeast Asian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Balinese: ᬮᭀᬦ᭄ᬢᬭ᭄</a:t>
            </a:r>
          </a:p>
          <a:p>
            <a:r>
              <a:t>Javanese: ꦗꦮ꧀ꦮꦫꦏ</a:t>
            </a:r>
          </a:p>
          <a:p>
            <a:r>
              <a:t>Sundanese: ᮞᮥᮔ᮪ᮓ</a:t>
            </a:r>
          </a:p>
          <a:p>
            <a:r>
              <a:t>Batak: ᯅᯖᯂᯪ</a:t>
            </a:r>
          </a:p>
          <a:p>
            <a:r>
              <a:t>Thai: สวัสดีโลก</a:t>
            </a:r>
          </a:p>
          <a:p>
            <a:r>
              <a:t>Lao: ສະບາຍດີໂລກ</a:t>
            </a:r>
          </a:p>
          <a:p>
            <a:r>
              <a:t>Khmer: សួស្តី​ពិភព​លោក</a:t>
            </a:r>
          </a:p>
          <a:p>
            <a:r>
              <a:t>Myanmar: မင်္ဂလာပါကမ္ဘာ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RTL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Arabic: مرحبا بالعالم</a:t>
            </a:r>
          </a:p>
          <a:p>
            <a:r>
              <a:t>Hebrew: שלום עולם</a:t>
            </a:r>
          </a:p>
          <a:p>
            <a:r>
              <a:t>Syriac: ܫܠܡܐ ܥܠܡܐ</a:t>
            </a:r>
          </a:p>
          <a:p>
            <a:r>
              <a:t>Thaana: އަސްސަލާމު އަލައްމް</a:t>
            </a:r>
          </a:p>
          <a:p>
            <a:r>
              <a:t>N'Ko: ߒߞߐ ߡߊ߬ߣߌ߲߫߸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CJK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Simplified Chinese: 你好，世界</a:t>
            </a:r>
          </a:p>
          <a:p>
            <a:r>
              <a:t>Traditional Chinese: 你好，世界</a:t>
            </a:r>
          </a:p>
          <a:p>
            <a:r>
              <a:t>Japanese: こんにちは世界</a:t>
            </a:r>
          </a:p>
          <a:p>
            <a:r>
              <a:t>Korean: 안녕하세요 세계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Tibetan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Tibetan: བོད་ཀྱི་སྐད་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African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Ethiopic: ሰላም ዓለም</a:t>
            </a:r>
          </a:p>
          <a:p>
            <a:r>
              <a:t>Tifinagh: ⵣⵉⵍⴻⵎ ⴰⵎⴰⵣⵉⵖ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Mixed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Latin+Balinese: Hello ᬮᭀᬦ᭄ᬢᬭ᭄</a:t>
            </a:r>
          </a:p>
          <a:p>
            <a:r>
              <a:t>Arabic+English: مرحبا world</a:t>
            </a:r>
          </a:p>
          <a:p>
            <a:r>
              <a:t>CJK+Latin: 你好 world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