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Different Layouts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Demonstrating slide layout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title and content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a blank layout with a custom text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