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speaker notes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the speaker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