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Styled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With various formatting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Bold text</a:t>
            </a:r>
          </a:p>
          <a:p>
            <a:pPr/>
            <a:r>
              <a:t>Italic text</a:t>
            </a:r>
          </a:p>
          <a:p>
            <a:pPr/>
            <a:r>
              <a:rPr>
                <a:solidFill>
                  <a:srgbClr val="FF0000"/>
                </a:solidFill>
              </a:rPr>
              <a:t>Colored text</a:t>
            </a:r>
          </a:p>
          <a:p>
            <a:pPr/>
            <a:r>
              <a:rPr sz="2400"/>
              <a:t>Large text (24pt)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First item</a:t>
            </a:r>
          </a:p>
          <a:p>
            <a:pPr/>
            <a:r>
              <a:t>Second item</a:t>
            </a:r>
          </a:p>
          <a:p>
            <a:pPr lvl="1"/>
            <a:r>
              <a:t>Nested item</a:t>
            </a:r>
          </a:p>
          <a:p>
            <a:pPr/>
            <a:r>
              <a:t>Third item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is a text box on a blank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27432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Rectangle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