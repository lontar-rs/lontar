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/>
              <a:t>Bold text</a:t>
            </a:r>
          </a:p>
          <a:p>
            <a:r>
              <a:rPr i="1" sz="2400"/>
              <a:t>Italic text</a:t>
            </a:r>
          </a:p>
          <a:p>
            <a:r>
              <a:rPr sz="2400">
                <a:solidFill>
                  <a:srgbClr val="FF0000"/>
                </a:solidFill>
              </a:rPr>
              <a:t>Red colored text</a:t>
            </a:r>
          </a:p>
          <a:p>
            <a:r>
              <a:rPr u="sng" sz="2400"/>
              <a:t>Underlined text</a:t>
            </a:r>
          </a:p>
          <a:p>
            <a:r>
              <a:rPr sz="2400">
                <a:latin typeface="Arial"/>
              </a:rPr>
              <a:t>Arial font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